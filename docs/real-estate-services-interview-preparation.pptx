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3500000" cy="759375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Real Estate Services Platform</a:t>
            </a:r>
          </a:p>
        </p:txBody>
      </p:sp>
      <p:sp>
        <p:nvSpPr>
          <p:cNvPr id="12" name="Subtitle"/>
          <p:cNvSpPr/>
          <p:nvPr/>
        </p:nvSpPr>
        <p:spPr>
          <a:xfrm>
            <a:off x="700000" y="1120000"/>
            <a:ext cx="11400000" cy="380000"/>
          </a:xfrm>
          <a:prstGeom prst="rect">
            <a:avLst/>
          </a:prstGeom>
        </p:spPr>
        <p:txBody>
          <a:bodyPr/>
          <a:lstStyle/>
          <a:p>
            <a:r>
              <a:rPr lang="en-US" sz="2600">
                <a:solidFill>
                  <a:srgbClr val="64748B"/>
                </a:solidFill>
              </a:rPr>
              <a:t>Interview Preparation Presentation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Laravel API + Blade admin dashboard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Business accounts, services, requests, reviews, reports, chat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Role-based admin permissions and bilingual support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Project Overview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Marketplace for real-estate service providers and requesters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Users verify phone numbers with OTP before receiving API tokens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Providers create business accounts and publish moderated services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Admins control approvals, reports, taxonomy, sliders, and permissions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Laravel 12 with PHP 8.2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Laravel Passport for API authentication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Spatie Permission for admin roles and permissions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Spatie Media Library for uploads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Spatie Translatable for multilingual content</a:t>
            </a:r>
          </a:p>
        </p:txBody>
      </p:sp>
      <p:sp>
        <p:nvSpPr>
          <p:cNvPr id="35" name="Bullet 6"/>
          <p:cNvSpPr/>
          <p:nvPr/>
        </p:nvSpPr>
        <p:spPr>
          <a:xfrm>
            <a:off x="850000" y="420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Pusher for realtime chat events</a:t>
            </a:r>
          </a:p>
        </p:txBody>
      </p:sp>
      <p:sp>
        <p:nvSpPr>
          <p:cNvPr id="36" name="Bullet 7"/>
          <p:cNvSpPr/>
          <p:nvPr/>
        </p:nvSpPr>
        <p:spPr>
          <a:xfrm>
            <a:off x="850000" y="469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PHPUnit / Laravel feature tests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Application Architecture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Routes define API and admin endpoints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Controllers handle HTTP input and response formatting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Form Requests validate incoming data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Services contain business rules and side effects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Models define relationships, scopes, casts, and media collections</a:t>
            </a:r>
          </a:p>
        </p:txBody>
      </p:sp>
      <p:sp>
        <p:nvSpPr>
          <p:cNvPr id="35" name="Bullet 6"/>
          <p:cNvSpPr/>
          <p:nvPr/>
        </p:nvSpPr>
        <p:spPr>
          <a:xfrm>
            <a:off x="850000" y="420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Resources format API output consistently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Authentication Flow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Register user with name, phone, password, optional email and FCM token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Hash password and send phone verification OTP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Login checks phone, password, active status, and phone verification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Login OTP is sent before Passport token is issued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Logout revokes the active token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Business Account Lifecycle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User creates a business account with license, activity type, city, and media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New accounts start as pending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Admins approve or reject accounts with a reason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Owner receives notification after moderation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Updating an approved account returns it to pending for review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Service Lifecycle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Only approved business accounts can create services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Service contains category, location, prices, media, and dynamic fields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New services start as pending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 approval sets status to approved and fills published_at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Editing an approved service returns it to pending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Dynamic Fields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Admins define extra service fields without changing schema each time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Useful for category-specific attributes like area, rooms, or floor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Values are stored through service dynamic field value records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Validation keeps fields aligned with the service context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Service Requests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Requester business account sends a request for a service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Provider sees incoming requests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Requester sees outgoing requests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Provider can accept or reject the request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Ownership checks protect request access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Reviews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Reviews are allowed only after an accepted service request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Duplicate reviews for the same request are blocked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This prevents fake or repeated rating manipulation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Review data contributes to service reputation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Favorites and Reports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Business accounts can add visible services to favorites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Favorites can be listed and removed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Users can report visible services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Admins review reports and update report status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Ownership and visibility rules protect both workflows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Notifications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Admins are notified when accounts or services need review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Users are notified when accounts or services are approved or rejected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Notifications support read and unread states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 notifications can target users by permission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Chat Workflow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Conversations are created around visible services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Participants send and receive messages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Only participating business accounts can access a conversation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Messages can be marked as read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Pusher supports realtime message delivery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Admin Dashboard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 login and dashboard statistics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Business account and service moderation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Categories, subcategories, cities, activity types, dynamic fields, sliders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Reports and notifications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Roles, permissions, and admin users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Roles and Permissions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 routes use the auth:admin guard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Sensitive actions use Spatie permission middleware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Examples: services.approve, reports.manage, business-accounts.approve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Roles group permissions for practical admin workflows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Admins without permission receive 403 responses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Security Rules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API routes require Passport authentication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Business account actions require ownership checks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OTP is required before issuing user tokens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Reviews require accepted service requests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Reports require visible services</a:t>
            </a:r>
          </a:p>
        </p:txBody>
      </p:sp>
      <p:sp>
        <p:nvSpPr>
          <p:cNvPr id="35" name="Bullet 6"/>
          <p:cNvSpPr/>
          <p:nvPr/>
        </p:nvSpPr>
        <p:spPr>
          <a:xfrm>
            <a:off x="850000" y="420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Chat and notifications are restricted to their owners or participants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Localization and Media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Arabic and English are supported through lang files and locale middleware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Business account and service text can be stored as translatable JSON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Business accounts have image and document collections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Services have a main image and gallery images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Spatie Media Library keeps model media handling organized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Testing Coverage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Feature tests cover API workflows and OTP security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Admin permission tests verify 403 restrictions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Chat tests verify conversation and message ownership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Favorites, reports, reviews, and lifecycle rules are covered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Run: php artisan test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Demo Flow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Create and approve a business account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Create, approve, edit, and re-review a service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Send and accept a service request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Add a review and show duplicate prevention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Use favorites, reports, notifications, chat, and permissions</a:t>
            </a:r>
          </a:p>
        </p:txBody>
      </p:sp>
      <p:sp>
        <p:nvSpPr>
          <p:cNvPr id="35" name="Bullet 6"/>
          <p:cNvSpPr/>
          <p:nvPr/>
        </p:nvSpPr>
        <p:spPr>
          <a:xfrm>
            <a:off x="850000" y="420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Switch between English and Arabic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Strong Closing Answer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The project covers a full real-estate services marketplace lifecycle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It enforces moderation before public visibility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It protects ownership across accounts, requests, chat, reports, and notifications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It provides role-based admin control and bilingual support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The main focus was reliable business rules and secure workflows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"/>
          <p:cNvSpPr/>
          <p:nvPr/>
        </p:nvSpPr>
        <p:spPr>
          <a:xfrm>
            <a:off x="0" y="0"/>
            <a:ext cx="13500000" cy="23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itle"/>
          <p:cNvSpPr/>
          <p:nvPr/>
        </p:nvSpPr>
        <p:spPr>
          <a:xfrm>
            <a:off x="700000" y="560000"/>
            <a:ext cx="11450000" cy="520000"/>
          </a:xfrm>
          <a:prstGeom prst="rect">
            <a:avLst/>
          </a:prstGeom>
        </p:spPr>
        <p:txBody>
          <a:bodyPr/>
          <a:lstStyle/>
          <a:p>
            <a:r>
              <a:rPr lang="en-US" b="1" sz="3600">
                <a:solidFill>
                  <a:srgbClr val="0F172A"/>
                </a:solidFill>
              </a:rPr>
              <a:t>Common Interview Questions</a:t>
            </a:r>
          </a:p>
        </p:txBody>
      </p:sp>
      <p:sp>
        <p:nvSpPr>
          <p:cNvPr id="30" name="Bullet 1"/>
          <p:cNvSpPr/>
          <p:nvPr/>
        </p:nvSpPr>
        <p:spPr>
          <a:xfrm>
            <a:off x="850000" y="178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Why use service classes? To keep controllers thin and business rules reusable.</a:t>
            </a:r>
          </a:p>
        </p:txBody>
      </p:sp>
      <p:sp>
        <p:nvSpPr>
          <p:cNvPr id="31" name="Bullet 2"/>
          <p:cNvSpPr/>
          <p:nvPr/>
        </p:nvSpPr>
        <p:spPr>
          <a:xfrm>
            <a:off x="850000" y="226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Why reset approved content to pending? To prevent unreviewed public changes.</a:t>
            </a:r>
          </a:p>
        </p:txBody>
      </p:sp>
      <p:sp>
        <p:nvSpPr>
          <p:cNvPr id="32" name="Bullet 3"/>
          <p:cNvSpPr/>
          <p:nvPr/>
        </p:nvSpPr>
        <p:spPr>
          <a:xfrm>
            <a:off x="850000" y="275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Why use permissions? To separate admin responsibilities safely.</a:t>
            </a:r>
          </a:p>
        </p:txBody>
      </p:sp>
      <p:sp>
        <p:nvSpPr>
          <p:cNvPr id="33" name="Bullet 4"/>
          <p:cNvSpPr/>
          <p:nvPr/>
        </p:nvSpPr>
        <p:spPr>
          <a:xfrm>
            <a:off x="850000" y="3235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450">
                <a:solidFill>
                  <a:srgbClr val="334155"/>
                </a:solidFill>
              </a:rPr>
              <a:t>Why use dynamic fields? To support category-specific data without schema changes.</a:t>
            </a:r>
          </a:p>
        </p:txBody>
      </p:sp>
      <p:sp>
        <p:nvSpPr>
          <p:cNvPr id="34" name="Bullet 5"/>
          <p:cNvSpPr/>
          <p:nvPr/>
        </p:nvSpPr>
        <p:spPr>
          <a:xfrm>
            <a:off x="850000" y="3720000"/>
            <a:ext cx="10800000" cy="380000"/>
          </a:xfrm>
          <a:prstGeom prst="rect">
            <a:avLst/>
          </a:prstGeom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334155"/>
                </a:solidFill>
              </a:rPr>
              <a:t>What would you improve? Advanced search, queues, stronger docs, and more edge-case tests.</a:t>
            </a:r>
          </a:p>
        </p:txBody>
      </p:sp>
      <p:sp>
        <p:nvSpPr>
          <p:cNvPr id="90" name="Footer"/>
          <p:cNvSpPr/>
          <p:nvPr/>
        </p:nvSpPr>
        <p:spPr>
          <a:xfrm>
            <a:off x="700000" y="7100000"/>
            <a:ext cx="11450000" cy="25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94A3B8"/>
                </a:solidFill>
              </a:rPr>
              <a:t>Real Estate Services Platform | Slide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view Theme">
  <a:themeElements>
    <a:clrScheme name="Interview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0F766E"/>
      </a:accent1>
      <a:accent2>
        <a:srgbClr val="0369A1"/>
      </a:accent2>
      <a:accent3>
        <a:srgbClr val="7C3AED"/>
      </a:accent3>
      <a:accent4>
        <a:srgbClr val="CA8A04"/>
      </a:accent4>
      <a:accent5>
        <a:srgbClr val="BE123C"/>
      </a:accent5>
      <a:accent6>
        <a:srgbClr val="475569"/>
      </a:accent6>
      <a:hlink>
        <a:srgbClr val="0369A1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Interview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Services Platform Interview Preparation</dc:title>
  <dc:creator>Codex</dc:creator>
  <cp:lastModifiedBy>Codex</cp:lastModifiedBy>
  <dcterms:created xsi:type="dcterms:W3CDTF">2026-05-19T17:53:49+00:00</dcterms:created>
  <dcterms:modified xsi:type="dcterms:W3CDTF">2026-05-19T17:53:49+00:00</dcterms:modified>
</cp:coreProperties>
</file>